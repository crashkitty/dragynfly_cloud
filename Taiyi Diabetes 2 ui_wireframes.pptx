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Login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Dragonfly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011680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743200"/>
            <a:ext cx="27432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Password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11480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Sign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Patient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Daily Summary (Glucose, Activity)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4572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Glucose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2011680"/>
            <a:ext cx="347472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Quick Actions</a:t>
            </a:r>
          </a:p>
          <a:p>
            <a:r>
              <a:t>Log Glucose</a:t>
            </a:r>
          </a:p>
          <a:p>
            <a:r>
              <a:t>Add Meal</a:t>
            </a:r>
          </a:p>
          <a:p>
            <a:r>
              <a:t>Track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Bottom Navigation (Home | Logs | Chat | Profile)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Food Diary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Meal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3931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194560"/>
            <a:ext cx="39319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Nutrition 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Meal History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Telemedicine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09728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Chat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Controls: Mute | Camera |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Provider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Patient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097280"/>
            <a:ext cx="576072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Patient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560320"/>
            <a:ext cx="5760720" cy="1737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Charts + AI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Tasks / Workflow Bar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